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versity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775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B4436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E293B"/>
                </a:solidFill>
                <a:latin typeface="Arial"/>
              </a:defRPr>
            </a:pPr>
            <a:r>
              <a:t>AthleteHub – Athlete Portal &amp; Sports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3840480"/>
            <a:ext cx="4297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E293B"/>
                </a:solidFill>
                <a:latin typeface="Arial"/>
              </a:defRPr>
            </a:pPr>
            <a:r>
              <a:t>Batch No. 19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1. 2511CS010126 - M . Sai Ram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2. 2511CS010092 - D . Sumanth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3. 2511CS010136 - K . Divija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4. 2511CS010146 - P.Raghavendra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293B"/>
                </a:solidFill>
                <a:latin typeface="Arial"/>
              </a:defRPr>
            </a:pPr>
            <a:r>
              <a:t>Guide</a:t>
            </a:r>
          </a:p>
          <a:p>
            <a:pPr>
              <a:defRPr sz="1600">
                <a:solidFill>
                  <a:srgbClr val="1E293B"/>
                </a:solidFill>
                <a:latin typeface="Arial"/>
              </a:defRPr>
            </a:pPr>
            <a:r>
              <a:t>Mrs. S. Sagarika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C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DB443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➢   Abstract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➢   Module description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➢   Software design diagrams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➢   Database design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➢   User interface design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➢   Sample screen shots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rial"/>
              </a:defRPr>
            </a:pPr>
            <a:r>
              <a:t>➢ 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C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DB4436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AthleteHub is a web-based platform for managing athletes, coaches, organizations, training activities, tournaments, and performance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DB4436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103327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Centralize athlete and sports information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Manage athletes, coaches, and organizations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Track training and athlete performance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Manage events, tournaments, and matches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Provide secure role-based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C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DB4436"/>
                </a:solidFill>
                <a:latin typeface="Arial"/>
              </a:defRPr>
            </a:pPr>
            <a:r>
              <a:t>Module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DB4436"/>
                </a:solidFill>
                <a:latin typeface="Arial"/>
              </a:defRPr>
            </a:pPr>
            <a:r>
              <a:t>Athlete &amp; Organization Management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Athlete profile management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Organization management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Sports and athlete association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Organization-level data isolation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DB4436"/>
                </a:solidFill>
                <a:latin typeface="Arial"/>
              </a:defRPr>
            </a:pPr>
            <a:r>
              <a:t>Coach Management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Coach profile management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Coach assignment to athletes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Assignment status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C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DB4436"/>
                </a:solidFill>
                <a:latin typeface="Arial"/>
              </a:defRPr>
            </a:pPr>
            <a:r>
              <a:t>Module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DB4436"/>
                </a:solidFill>
                <a:latin typeface="Arial"/>
              </a:defRPr>
            </a:pPr>
            <a:r>
              <a:t>Training Management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Training plan creation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Training session scheduling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Athlete attendance tracking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DB4436"/>
                </a:solidFill>
                <a:latin typeface="Arial"/>
              </a:defRPr>
            </a:pPr>
            <a:r>
              <a:t>Event &amp; Tournament Management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Event and tournament creation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Athlete registration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Match scheduling and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C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DB4436"/>
                </a:solidFill>
                <a:latin typeface="Arial"/>
              </a:defRPr>
            </a:pPr>
            <a:r>
              <a:t>Module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DB4436"/>
                </a:solidFill>
                <a:latin typeface="Arial"/>
              </a:defRPr>
            </a:pPr>
            <a:r>
              <a:t>Performance Management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Performance records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Coach evaluations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Personal Best calculation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•   Ranking history</a:t>
            </a:r>
          </a:p>
          <a:p>
            <a:pPr>
              <a:spcBef>
                <a:spcPts val="1600"/>
              </a:spcBef>
              <a:spcAft>
                <a:spcPts val="600"/>
              </a:spcAft>
              <a:defRPr sz="2200" b="1">
                <a:solidFill>
                  <a:srgbClr val="DB4436"/>
                </a:solidFill>
                <a:latin typeface="Arial"/>
              </a:defRPr>
            </a:pPr>
            <a:r>
              <a:t>Data Management</a:t>
            </a:r>
          </a:p>
          <a:p>
            <a:pPr>
              <a:spcAft>
                <a:spcPts val="400"/>
              </a:spcAft>
              <a:defRPr sz="1700" b="1">
                <a:solidFill>
                  <a:srgbClr val="1E293B"/>
                </a:solidFill>
                <a:latin typeface="Arial"/>
              </a:defRPr>
            </a:pPr>
            <a:r>
              <a:t>Data Acquisition &amp; Bulk Import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Arial"/>
              </a:defRPr>
            </a:pPr>
            <a:r>
              <a:t>AthleteHub supports importing athlete information from: CSV, Excel, JSON</a:t>
            </a:r>
          </a:p>
          <a:p>
            <a:pPr>
              <a:spcAft>
                <a:spcPts val="400"/>
              </a:spcAft>
              <a:defRPr sz="1700" b="1">
                <a:solidFill>
                  <a:srgbClr val="1E293B"/>
                </a:solidFill>
                <a:latin typeface="Arial"/>
              </a:defRPr>
            </a:pPr>
            <a:r>
              <a:t>Import Process</a:t>
            </a:r>
          </a:p>
          <a:p>
            <a:pPr>
              <a:defRPr sz="1500">
                <a:solidFill>
                  <a:srgbClr val="64748B"/>
                </a:solidFill>
                <a:latin typeface="Arial"/>
              </a:defRPr>
            </a:pPr>
            <a:r>
              <a:t>Upload → Mapping → Data Cleaning → Preview → Import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C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DB4436"/>
                </a:solidFill>
                <a:latin typeface="Arial"/>
              </a:defRPr>
            </a:pPr>
            <a:r>
              <a:t>Software design diagrams</a:t>
            </a:r>
          </a:p>
        </p:txBody>
      </p:sp>
      <p:pic>
        <p:nvPicPr>
          <p:cNvPr id="5" name="Picture 4" descr="software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C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DB4436"/>
                </a:solidFill>
                <a:latin typeface="Arial"/>
              </a:defRPr>
            </a:pPr>
            <a:r>
              <a:t>Database design</a:t>
            </a:r>
          </a:p>
        </p:txBody>
      </p:sp>
      <p:pic>
        <p:nvPicPr>
          <p:cNvPr id="5" name="Picture 4" descr="database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C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DB4436"/>
                </a:solidFill>
                <a:latin typeface="Arial"/>
              </a:defRPr>
            </a:pPr>
            <a:r>
              <a:t>User interface design</a:t>
            </a:r>
          </a:p>
        </p:txBody>
      </p:sp>
      <p:pic>
        <p:nvPicPr>
          <p:cNvPr id="5" name="Picture 4" descr="ui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C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DB4436"/>
                </a:solidFill>
                <a:latin typeface="Arial"/>
              </a:defRPr>
            </a:pPr>
            <a:r>
              <a:t>Sample screen shots</a:t>
            </a:r>
          </a:p>
        </p:txBody>
      </p:sp>
      <p:pic>
        <p:nvPicPr>
          <p:cNvPr id="5" name="Picture 4" descr="screen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C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DB4436"/>
                </a:solidFill>
                <a:latin typeface="Arial"/>
              </a:defRPr>
            </a:pPr>
            <a:r>
              <a:t>Sample screen shots</a:t>
            </a:r>
          </a:p>
        </p:txBody>
      </p:sp>
      <p:pic>
        <p:nvPicPr>
          <p:cNvPr id="5" name="Picture 4" descr="screenshot_athl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C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DB4436"/>
                </a:solidFill>
                <a:latin typeface="Arial"/>
              </a:defRPr>
            </a:pPr>
            <a:r>
              <a:t>Sample screen shots</a:t>
            </a:r>
          </a:p>
        </p:txBody>
      </p:sp>
      <p:pic>
        <p:nvPicPr>
          <p:cNvPr id="5" name="Picture 4" descr="screenshot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C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DB4436"/>
                </a:solidFill>
                <a:latin typeface="Arial"/>
              </a:defRPr>
            </a:pPr>
            <a:r>
              <a:t>Sample screen shots</a:t>
            </a:r>
          </a:p>
        </p:txBody>
      </p:sp>
      <p:pic>
        <p:nvPicPr>
          <p:cNvPr id="5" name="Picture 4" descr="screenshot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C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DB4436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  AthleteHub provides a centralized platform for managing athletes, coaches, organizations, training, events, and performance.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  The system implements role-based access control and organization-level data isolation for secure data management.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  It integrates training, tournament, match, performance, and ranking management into a single platform.</a:t>
            </a:r>
          </a:p>
          <a:p>
            <a:pPr>
              <a:spcBef>
                <a:spcPts val="1000"/>
              </a:spcBef>
            </a:pPr>
            <a:r>
              <a:rPr b="1" sz="1800">
                <a:solidFill>
                  <a:srgbClr val="DB4436"/>
                </a:solidFill>
              </a:rPr>
              <a:t>Future Scope: </a:t>
            </a:r>
            <a:r>
              <a:rPr sz="1800">
                <a:solidFill>
                  <a:srgbClr val="1E293B"/>
                </a:solidFill>
              </a:rPr>
              <a:t>AI-powered performance analysis, advanced analytics, athlete recruitment, safeguarding, and live sports integration.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8C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293B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